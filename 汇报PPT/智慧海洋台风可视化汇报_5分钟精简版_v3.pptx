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474f03486b483f" /><Relationship Type="http://schemas.openxmlformats.org/officeDocument/2006/relationships/extended-properties" Target="/docProps/app.xml" Id="Red8f759f633b43ce" /><Relationship Type="http://schemas.openxmlformats.org/officeDocument/2006/relationships/officeDocument" Target="/ppt/presentation.xml" Id="R00cc5d6c26be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b601c020aa437a"/>
  </p:sldMasterIdLst>
  <p:notesMasterIdLst>
    <p:notesMasterId xmlns:r="http://schemas.openxmlformats.org/officeDocument/2006/relationships" r:id="Rf5f60b7126994178"/>
  </p:notesMasterIdLst>
  <p:sldIdLst>
    <p:sldId xmlns:r="http://schemas.openxmlformats.org/officeDocument/2006/relationships" id="256" r:id="R0149c177ee2c4c37"/>
    <p:sldId xmlns:r="http://schemas.openxmlformats.org/officeDocument/2006/relationships" id="257" r:id="Ra8a574dd26754d3c"/>
    <p:sldId xmlns:r="http://schemas.openxmlformats.org/officeDocument/2006/relationships" id="258" r:id="R050ece256c6b470f"/>
    <p:sldId xmlns:r="http://schemas.openxmlformats.org/officeDocument/2006/relationships" id="259" r:id="Rb3a36bb5cb9043af"/>
    <p:sldId xmlns:r="http://schemas.openxmlformats.org/officeDocument/2006/relationships" id="260" r:id="R4ddd162f8ccb4252"/>
    <p:sldId xmlns:r="http://schemas.openxmlformats.org/officeDocument/2006/relationships" id="261" r:id="Rbcb2ece14b1f4a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170891afe94724" /><Relationship Type="http://schemas.openxmlformats.org/officeDocument/2006/relationships/slideMaster" Target="/ppt/slideMasters/slideMaster1.xml" Id="Ra4b601c020aa437a" /><Relationship Type="http://schemas.openxmlformats.org/officeDocument/2006/relationships/notesMaster" Target="/ppt/notesMasters/notesMaster1.xml" Id="Rf5f60b7126994178" /><Relationship Type="http://schemas.openxmlformats.org/officeDocument/2006/relationships/presProps" Target="/ppt/presProps.xml" Id="Rcdcfb90c644c4f74" /><Relationship Type="http://schemas.openxmlformats.org/officeDocument/2006/relationships/tableStyles" Target="/ppt/tableStyles.xml" Id="Rfb2b9e910cc54487" /><Relationship Type="http://schemas.openxmlformats.org/officeDocument/2006/relationships/slide" Target="/ppt/slides/slide1.xml" Id="R0149c177ee2c4c37" /><Relationship Type="http://schemas.openxmlformats.org/officeDocument/2006/relationships/slide" Target="/ppt/slides/slide2.xml" Id="Ra8a574dd26754d3c" /><Relationship Type="http://schemas.openxmlformats.org/officeDocument/2006/relationships/slide" Target="/ppt/slides/slide3.xml" Id="R050ece256c6b470f" /><Relationship Type="http://schemas.openxmlformats.org/officeDocument/2006/relationships/slide" Target="/ppt/slides/slide4.xml" Id="Rb3a36bb5cb9043af" /><Relationship Type="http://schemas.openxmlformats.org/officeDocument/2006/relationships/slide" Target="/ppt/slides/slide5.xml" Id="R4ddd162f8ccb4252" /><Relationship Type="http://schemas.openxmlformats.org/officeDocument/2006/relationships/slide" Target="/ppt/slides/slide6.xml" Id="Rbcb2ece14b1f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707814b582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ca3432c4941ce" /><Relationship Type="http://schemas.openxmlformats.org/officeDocument/2006/relationships/notesMaster" Target="/ppt/notesMasters/notesMaster1.xml" Id="R09bbbf6ca899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a04a7ad6f4ab0" /><Relationship Type="http://schemas.openxmlformats.org/officeDocument/2006/relationships/notesMaster" Target="/ppt/notesMasters/notesMaster1.xml" Id="R10edb23e2254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226b8d77f4499e" /><Relationship Type="http://schemas.openxmlformats.org/officeDocument/2006/relationships/notesMaster" Target="/ppt/notesMasters/notesMaster1.xml" Id="Rc1a83164f3e948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01e042c99c4ce4" /><Relationship Type="http://schemas.openxmlformats.org/officeDocument/2006/relationships/notesMaster" Target="/ppt/notesMasters/notesMaster1.xml" Id="R5c913e152054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7d0de1ec543d9" /><Relationship Type="http://schemas.openxmlformats.org/officeDocument/2006/relationships/notesMaster" Target="/ppt/notesMasters/notesMaster1.xml" Id="R4c88e3141c3540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6c981bf61b4b43" /><Relationship Type="http://schemas.openxmlformats.org/officeDocument/2006/relationships/notesMaster" Target="/ppt/notesMasters/notesMaster1.xml" Id="R2f34fa355233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30 秒：项目一句话定位，WRF + 订正算法 + 交互可视化。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秒：只报 4 个数字和系统定位，不讲技术栈与数据处理细节。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秒：用动画讲演变，不展开边界数据、底图与缓存实现。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90 秒：这是全片重点，只讲“切换 + 差值着色”的直观价值。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秒：先点单点看雷达，再带过 26 个目标与 7 条航线。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30 秒：四句话收束，直接请专家看线上演示。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81377c599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7a6e4212744205" /><Relationship Type="http://schemas.openxmlformats.org/officeDocument/2006/relationships/slideLayout" Target="/ppt/slideLayouts/slideLayout1.xml" Id="Rdd3645282cf54d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645282cf54d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d1ee7dc1240d3" /><Relationship Type="http://schemas.openxmlformats.org/officeDocument/2006/relationships/image" Target="/ppt/media/image.png" Id="R2c025d8863194d08" /><Relationship Type="http://schemas.openxmlformats.org/officeDocument/2006/relationships/notesSlide" Target="/ppt/notesSlides/notesSlide1.xml" Id="R9f4955026c8243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e06bbf2f445da" /><Relationship Type="http://schemas.openxmlformats.org/officeDocument/2006/relationships/notesSlide" Target="/ppt/notesSlides/notesSlide2.xml" Id="Rf44bc8c729c1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c7a000ba5494d" /><Relationship Type="http://schemas.openxmlformats.org/officeDocument/2006/relationships/image" Target="/ppt/media/image2.png" Id="R14a4cf1a49014926" /><Relationship Type="http://schemas.openxmlformats.org/officeDocument/2006/relationships/notesSlide" Target="/ppt/notesSlides/notesSlide3.xml" Id="Rb541233e2a24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5a0687b294ce1" /><Relationship Type="http://schemas.openxmlformats.org/officeDocument/2006/relationships/image" Target="/ppt/media/image3.png" Id="R95fb43f439b8446c" /><Relationship Type="http://schemas.openxmlformats.org/officeDocument/2006/relationships/notesSlide" Target="/ppt/notesSlides/notesSlide4.xml" Id="R08da7699c13e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6a5bbc58145ad" /><Relationship Type="http://schemas.openxmlformats.org/officeDocument/2006/relationships/image" Target="/ppt/media/image4.png" Id="R6e2dc6ee48fd46a9" /><Relationship Type="http://schemas.openxmlformats.org/officeDocument/2006/relationships/notesSlide" Target="/ppt/notesSlides/notesSlide5.xml" Id="R08161597c106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9f35bee5d4050" /><Relationship Type="http://schemas.openxmlformats.org/officeDocument/2006/relationships/notesSlide" Target="/ppt/notesSlides/notesSlide6.xml" Id="R41c92cccb92c46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25d8863194d0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E8A3-A245-40F0-A975-F16B96EA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2B55"/>
              </a:gs>
              <a:gs pos="42000">
                <a:srgbClr val="0B2B55">
                  <a:alpha val="92000"/>
                </a:srgbClr>
              </a:gs>
              <a:gs pos="100000">
                <a:srgbClr val="0B2B55">
                  <a:alpha val="28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F36D9-B401-4B67-8DD5-04206ED7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CEE5-EA3F-4674-9315-F276FF3F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C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C9F7"/>
                </a:solidFill>
                <a:latin typeface="Microsoft YaHei"/>
                <a:ea typeface="Microsoft YaHei"/>
                <a:cs typeface="Microsoft YaHei"/>
              </a:rPr>
              <a:t>智慧海洋系列成果汇报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E6E54-2843-4286-A044-F660B18D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台风风场订正算法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与可视化系统融合应用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59A01-09FC-4455-8D5A-A2121775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基于 WRF 数值模式与台风订正算法的交互式台风监测预警平台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49A03-2CF7-4643-BE6C-0D144A21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FC9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AFC9E8"/>
                </a:solidFill>
                <a:latin typeface="Microsoft YaHei"/>
                <a:ea typeface="Microsoft YaHei"/>
                <a:cs typeface="Microsoft YaHei"/>
              </a:rPr>
              <a:t>汇报人：＿＿＿＿＿＿    汇报日期：＿＿＿＿＿＿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B5F73-E0CC-4483-8857-857E795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线上演示：http://43.154.210.202:8899</a:t>
            </a:r>
          </a:p>
        </p:txBody>
      </p:sp>
    </p:spTree>
    <p:extLst>
      <p:ext uri="{BB962C8B-B14F-4D97-AF65-F5344CB8AC3E}">
        <p14:creationId xmlns:p14="http://schemas.microsoft.com/office/powerpoint/2010/main" val="558393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FD0B2D-C907-4B2A-803F-BDB0CC2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一页看懂项目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225D5-1733-4815-854F-BFDB1C9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WRF × 订正算法 × 交互式可视化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9A470-BDB1-4716-BB09-46BCFA6A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FBCCA-1A34-4166-8E69-1FC8B20D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4955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D7388-11FB-4CD0-969D-CC95EB8D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6603-43DE-4E1C-B6DF-5DBBCF15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88E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C1DEF-8D16-4302-A744-269663DB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台风个例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81A3C-7F78-4DE9-8048-67AC593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桦加沙 / 山竹 / 杜苏芮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EEF44-8D26-48BE-B5AB-F9FBCABB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4955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B8720-1485-408D-9BB3-FBA4E135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B55D6-A0E2-45BE-95EE-D383FB2F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264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28562-7B5E-41FC-ADC7-BE01FEA2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逐时风场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BDC7D-B32D-4B50-AB36-5E6CB582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原场 + 订正场同格式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BC730-BCC7-49A2-9588-C7576C8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4955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09B2E-A2E2-4E48-BBC4-475DFAD8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40B5D-0D9F-4526-8CA9-F7A8E9E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2C55E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A076F-910B-46CD-859B-7E49846A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湾区重点目标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7D9B4-6469-459F-8A57-DD7CF905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港口 / 机场 / 核电等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605A1-CC8F-447D-8348-1D954F51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4955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46EA7-4724-4A04-B1F8-28AAE88B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7D56B-D956-4F42-B937-E052789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264B1-1D94-46EF-9B3A-4A21C73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766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远洋航线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D9500-1F9D-4BC5-B9CF-7C4A99E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四级影响自动评估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BCA80-DE1B-4596-8BDB-58CB7D88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0FB"/>
          </a:solidFill>
          <a:ln xmlns:a="http://schemas.openxmlformats.org/drawingml/2006/main" w="9525">
            <a:solidFill>
              <a:srgbClr val="BBD5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31748F-680D-4062-AD97-04FFC30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0210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B55"/>
                </a:solidFill>
                <a:latin typeface="Microsoft YaHei"/>
                <a:ea typeface="Microsoft YaHei"/>
                <a:cs typeface="Microsoft YaHei"/>
              </a:rPr>
              <a:t>浏览器即开即用 · 全生命周期动态演示 · 订正效果地图直读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CFD92-5148-4B2B-8ACB-12AB22E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4748B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062601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2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4cf1a490149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6E267-3C7D-45C7-8061-E2DA5AD2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2B55">
                  <a:alpha val="0"/>
                </a:srgbClr>
              </a:gs>
              <a:gs pos="48000">
                <a:srgbClr val="0B2B55">
                  <a:alpha val="88000"/>
                </a:srgbClr>
              </a:gs>
              <a:gs pos="100000">
                <a:srgbClr val="0B2B55">
                  <a:alpha val="98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1FB7-B516-45EC-8D9D-9A393BC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2B40-7D48-43D0-80EA-3EE9FFE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台风全生命周期可视化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11AD0-8118-44FB-BEBA-E609898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全生命周期路径 · 逐时风场动画 · 风眼自动跟随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7E96-8294-4DCA-8FD4-839DC7E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083261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2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b43f439b844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3F864-75D0-40AB-8601-0D43D7C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2B55">
                  <a:alpha val="0"/>
                </a:srgbClr>
              </a:gs>
              <a:gs pos="48000">
                <a:srgbClr val="0B2B55">
                  <a:alpha val="88000"/>
                </a:srgbClr>
              </a:gs>
              <a:gs pos="100000">
                <a:srgbClr val="0B2B55">
                  <a:alpha val="98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0E5A-5807-4E9E-9399-F1CEAB0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1D99F-2536-44D7-BDB2-4C625AD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原场 / 订正场一键对比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4DC55-219F-41C0-B6EA-8C2E01D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E2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E2D8"/>
                </a:solidFill>
                <a:latin typeface="Microsoft YaHei"/>
                <a:ea typeface="Microsoft YaHei"/>
                <a:cs typeface="Microsoft YaHei"/>
              </a:rPr>
              <a:t>订正改了哪里、改了多少，地图上直接看得见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614DB-9683-45EC-9F3E-18753A2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127443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2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c6ee48fd46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48DAD-E3D5-401E-A609-A2D2850A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2B55">
                  <a:alpha val="0"/>
                </a:srgbClr>
              </a:gs>
              <a:gs pos="48000">
                <a:srgbClr val="0B2B55">
                  <a:alpha val="88000"/>
                </a:srgbClr>
              </a:gs>
              <a:gs pos="100000">
                <a:srgbClr val="0B2B55">
                  <a:alpha val="98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38D19-0F73-409F-AC77-440F868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81B21-461C-48AB-A7D5-583FD47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六维雷达 + 重点目标风险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A9EFC-E2A9-4A16-B05F-39911B0B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C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CF5E7"/>
                </a:solidFill>
                <a:latin typeface="Microsoft YaHei"/>
                <a:ea typeface="Microsoft YaHei"/>
                <a:cs typeface="Microsoft YaHei"/>
              </a:rPr>
              <a:t>点击任意点生成预警雷达，湾区目标与航线同步分级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C23F-82C4-4C76-A385-65643BC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1225512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B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00531-9869-44D9-83B4-2E78856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价值与推广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0438-2012-4E2D-9666-92792102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EC9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9EC9F7"/>
                </a:solidFill>
                <a:latin typeface="Microsoft YaHei"/>
                <a:ea typeface="Microsoft YaHei"/>
                <a:cs typeface="Microsoft YaHei"/>
              </a:rPr>
              <a:t>让订正成果进入业务决策链路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942C-15C3-478A-9269-076B370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A5FA-21FD-4432-97DC-55FE6CE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2234F-3A3E-4BC1-88CC-ACA4DE20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88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6F8B6-2417-4A52-B049-145F4EE8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看得见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BDA92-4F2E-4FA9-9C7A-791C66B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差值着色直观呈现订正贡献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694F-168C-4434-B415-CFFF2BD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19300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FFF20-C757-472F-9B15-179114BD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F66BC-D321-4149-9013-46EE70C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说得清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B3795-5433-4174-862F-3174E39D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原场、订正、差值三值同屏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76FB3-FAD8-4E04-AC5C-9CCDAFEB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19300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F85B8-B0AA-4A21-8C86-64D011C7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7AA3B-16D4-4A23-BAAD-B4A910B3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用得上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FD6E4-A04E-4073-BFD2-03F0E0B7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预警结论进入业务链路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39AAA-EEAC-4D64-AF45-AB104598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19300"/>
            <a:ext cx="2495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090C3-C265-4147-991F-87A8B43E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2A37E-5AEF-4A7A-AB50-537FC012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92D9D-AF15-47E1-ADA1-8EF3495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新台风与新方案快速接入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353EF-5A3C-484F-AAD4-C0FE5F58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2C53F-0244-47F7-8C00-CCBDE60C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同一框架可延伸到风暴潮、浪高等海洋要素订正产品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5AB66-0FFD-458C-AFE1-61672E6F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CE9FA"/>
                </a:solidFill>
                <a:latin typeface="Microsoft YaHei"/>
                <a:ea typeface="Microsoft YaHei"/>
                <a:cs typeface="Microsoft YaHei"/>
              </a:rPr>
              <a:t>谢谢聆听 · 线上演示：http://43.154.210.202:8899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5C268-309E-4EEE-BA70-D4150526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38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960763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2026-09-23T04:56:35.9020000Z</dcterms:created>
  <dcterms:modified xsi:type="dcterms:W3CDTF">2026-09-23T04:56:35.9020000Z</dcterms:modified>
</coreProperties>
</file>